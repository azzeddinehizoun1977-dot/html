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4B4B1-02F5-F7F8-7853-D9FF4FD24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37C9D3-564D-5CA4-8569-4503BA5A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1DF400-5C63-B31C-16EB-E724D682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B37515-C7D6-8628-21C9-05B42B67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69A9CD-8278-73FF-6D19-C9D208C1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595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2D5C4-4057-3F6D-BD31-EAB820A8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EFF92-8D54-02B5-F293-00438042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A733EE-29C2-B25B-70A8-080F506E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8020AC-5988-147A-99FD-97C0E2E7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61ED8C-0170-038E-5627-951D2332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796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15DE6-CA09-97AC-3FF6-1354EEA2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B1079E-267C-48F4-F95E-A297D5482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E9B907-4F5A-0FC1-F0B4-C7F2E954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FF0D3D-DB43-331C-297D-C1206833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21D8DF-5694-0947-3C98-368DC6CC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633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87E19-87AB-AC81-D01B-7D323413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4006BC-3C70-7CD9-23CE-98CD87531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487BC3-0F47-62BD-634E-8062536EE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B23DDF-41D4-3E2E-10B4-8FF0039B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58E4E4-72E6-EBC3-A6F4-E5670FC3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260469-CEE0-5987-7CE7-1B2DB41C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589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C278F-A136-6BB2-7963-DA37A004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C22EA1-0639-2FFD-35D5-28582416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606C49-B764-551D-498C-986226652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799CE7-BE4C-4A50-548F-8D25494DB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B133B1-CEB8-4809-D827-13C55A154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061FDCE-0F29-507F-5A92-77F8FAB1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D113BD6-D0E7-FE00-38A8-A352F841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3A0360-6E71-B66D-52BC-BB744B71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2761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1B0C5-DAD6-1720-99DD-9C9DBAA4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D5B453-F888-94E6-2CEF-E0D61280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B08E7B-4B34-E39E-1608-EFB99537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9E8C7D-6015-BD52-127E-A12B96E0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546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2094E9-8790-91FB-473B-8E72EF5E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75EA71-6DCD-6409-DAC0-29B46754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5467E5-F11A-F4A8-2C30-AFA56BA3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903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1F0CB5-5263-EA6F-2E16-0B0C6E8A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B8477B-8B9E-201B-1555-D13128199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09A932-F097-3CDC-7764-35A224305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9461D6-0044-773F-1C45-3669701A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A8A985-A079-1231-E73D-1C2241D1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21B535-C321-D09A-A576-F0F93AFA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60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049DF-105C-E3B5-4436-7ADFE86D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9B1B13B-BCEB-AA12-9E60-11C89D5D5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22CABE-F09E-EA0F-7D95-333F7AD24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582B8D-A561-2136-1782-785B9553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9CA562-B600-5D9C-B215-282A7E23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6B51D4-0CC6-9AE9-ADFA-997CDBF5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725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8E5F9-F9EC-8BAF-F442-A34A45487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5377E9-5AAA-76D1-F5DB-9F061765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B1FA5E-E7E8-07EB-D743-8C6E2D0A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073FDD-B9D3-E64D-017F-048102E8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16FA8F-D06E-ACB4-8EDD-0C370ED8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128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0E46334-8167-796F-94BA-6D9EE2F87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BE91C2-6889-A808-232F-9777EDF7B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B459A1-1F41-1098-A7E6-1088FC7F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8E1525-DFDD-15AC-2E28-ADB9FC10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2E519C-8167-1076-0A29-8065D98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325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FB89CF-EDC8-B874-A787-53CBC649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00A4C1-A47A-31C3-DCD2-0B2391463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259523-D5D3-0865-DAE7-27254DBE4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3B18F-F306-474B-A3C8-32EF2DF0EFFB}" type="datetimeFigureOut">
              <a:rPr lang="fr-CA" smtClean="0"/>
              <a:t>2026-04-06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10AA3-5D5F-0E51-29B3-55C709FE4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BCF27B-B29B-3AEE-B7CE-4D1AAA254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5B0AB-401F-4EA6-9DD6-71845A639C6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691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F7E58-9420-FEFE-65AB-908988B8B1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Exercices HTML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9F3F94-6217-0D83-4EEB-C3AFBB464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8622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B8B43-73E2-0139-CBB4-320B8ADB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1 : La structure de base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55439242-4890-1023-0064-405D23AD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809943"/>
              </p:ext>
            </p:extLst>
          </p:nvPr>
        </p:nvGraphicFramePr>
        <p:xfrm>
          <a:off x="1088231" y="1737995"/>
          <a:ext cx="10015538" cy="475488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Créer l'ossature d'une page.</a:t>
                      </a:r>
                    </a:p>
                    <a:p>
                      <a:pPr lvl="0">
                        <a:lnSpc>
                          <a:spcPct val="20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Créez un document HTML complet avec la déclaration de type appropriée.</a:t>
                      </a:r>
                    </a:p>
                    <a:p>
                      <a:pPr lvl="0">
                        <a:lnSpc>
                          <a:spcPct val="20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Ajoutez une balise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contenant un titre de page (celui qui s'affiche dans l'onglet du navigateur).</a:t>
                      </a:r>
                    </a:p>
                    <a:p>
                      <a:pPr lvl="0">
                        <a:lnSpc>
                          <a:spcPct val="20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Dans le &lt;body&gt;, affichez le message "Bienvenue sur mon premier site !".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14" name="Image 13">
            <a:extLst>
              <a:ext uri="{FF2B5EF4-FFF2-40B4-BE49-F238E27FC236}">
                <a16:creationId xmlns:a16="http://schemas.microsoft.com/office/drawing/2014/main" id="{1903804B-379E-85BC-24B7-2642FB000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31" y="2240121"/>
            <a:ext cx="4413303" cy="304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3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EEFB-6A17-ED1A-630C-A35B6620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25F68-52B7-864B-7AE2-CDCDD5DD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2 : Organisation du texte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C3E34902-F3D2-9C98-137B-7BC76A69B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177345"/>
              </p:ext>
            </p:extLst>
          </p:nvPr>
        </p:nvGraphicFramePr>
        <p:xfrm>
          <a:off x="1088231" y="1737995"/>
          <a:ext cx="10015538" cy="475488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Manipuler les titres et les paragraphes.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Utilisez un titre de niveau 1 pour le titre principal de votre page.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Ajoutez un titre de niveau 2 pour un sous-titre.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Rédigez un paragraphe incluant un saut de ligne forcé (&lt;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&gt;) et séparez-le du paragraphe suivant par une ligne horizontale (&lt;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&gt;).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titres utilisent les balises &lt;h1&gt;</a:t>
                      </a: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à 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&lt;h6&gt;. Pour le saut de ligne, on insère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et pour la ligne horizontale, la balise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&gt;,.</a:t>
                      </a:r>
                    </a:p>
                    <a:p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DE22D1AA-4171-1BB7-1FC2-AE8E604B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089" y="2028824"/>
            <a:ext cx="44005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6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6227-D671-2385-538D-9A5DE188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108F0-5D6B-E20F-66AF-C7CEC3E6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3 : Listes de données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77D19F97-943E-87E5-73AD-95BFF81BB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623581"/>
              </p:ext>
            </p:extLst>
          </p:nvPr>
        </p:nvGraphicFramePr>
        <p:xfrm>
          <a:off x="1088231" y="1737995"/>
          <a:ext cx="10015538" cy="448056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Créer des listes ordonnées et non ordonnées.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Créez une </a:t>
                      </a: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 à puces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(non ordonnée) énumérant trois langages de programmation.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Créez une </a:t>
                      </a: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 numérotée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(ordonnée) détaillant les trois étapes pour préparer un café.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On utilise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pour une liste à puces (non ordonnée) et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pour une liste numérotée (ordonnée), avec la balise &lt;li&gt; pour chaque élément.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DDD326E0-4C3E-00B2-EDD7-5E01D0EB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1" y="1914525"/>
            <a:ext cx="4376739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3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E736-BE37-C99D-ADA2-8BE0AEDB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4F6B5F-F2B4-DA38-BC60-C3E1C04D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4 : Médias et navigation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E7574CD-96C1-5562-69E1-013D6343C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264151"/>
              </p:ext>
            </p:extLst>
          </p:nvPr>
        </p:nvGraphicFramePr>
        <p:xfrm>
          <a:off x="1088231" y="1737995"/>
          <a:ext cx="10015538" cy="448056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Insérer des liens et des images.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Insérez un lien hypertexte pointant vers un moteur de recherche, en vous assurant d'utiliser l'attribut obligatoire pour l'adresse.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Affichez une image sur votre page. N'oubliez pas d'inclure l'attribut src pour la source et l'attribut alt pour la description alternative.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balise de lien &lt;a&gt; nécessite absolument l'attribut href, tandis que la balise image &lt;</a:t>
                      </a:r>
                      <a:r>
                        <a:rPr lang="fr-CA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img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requiert src (source) et alt (texte alternatif).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A8344A31-A03A-A1EE-1E50-4526A0E2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6" y="2385218"/>
            <a:ext cx="4343400" cy="31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6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272E-0505-FC52-EA14-4437499E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EFB15A-B60E-C3A1-55C6-543ABD72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5 : Tableaux de données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57C0871-2A1C-7388-64B1-584B2C6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267097"/>
              </p:ext>
            </p:extLst>
          </p:nvPr>
        </p:nvGraphicFramePr>
        <p:xfrm>
          <a:off x="1088231" y="1737995"/>
          <a:ext cx="10015538" cy="440690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Organiser des informations en colonnes et lignes.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Créez un tableau simple de deux colonnes ("Fruit" et "Couleur").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Ajoutez au moins deux lignes de données (par exemple : Pomme / Rouge) en utilisant les balises pour les lignes et les cellules.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La structure suit l'ordre : &lt;table&gt; (tableau), &lt;tr&gt; (ligne), &lt;th&gt; (en-tête) ou &lt;td&gt; (cellule de donnée),.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886CDA9B-C96E-6570-EC7F-73FB9BE9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103" y="2126932"/>
            <a:ext cx="439166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56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A2E4-4875-3503-C37B-327756DC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B23A2-6911-C897-6C42-CB7024F6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6 : Formulaire de contact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BC4EA367-9627-DDF5-A013-E97881D7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39508"/>
              </p:ext>
            </p:extLst>
          </p:nvPr>
        </p:nvGraphicFramePr>
        <p:xfrm>
          <a:off x="1088231" y="1737995"/>
          <a:ext cx="10015538" cy="4892040"/>
        </p:xfrm>
        <a:graphic>
          <a:graphicData uri="http://schemas.openxmlformats.org/drawingml/2006/table">
            <a:tbl>
              <a:tblPr/>
              <a:tblGrid>
                <a:gridCol w="5007769">
                  <a:extLst>
                    <a:ext uri="{9D8B030D-6E8A-4147-A177-3AD203B41FA5}">
                      <a16:colId xmlns:a16="http://schemas.microsoft.com/office/drawing/2014/main" val="172854808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1337331942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Objectif :</a:t>
                      </a: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Créer une interface de saisie.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Mettez en place un formulaire contenant un champ de texte pour le "Prénom" et un champ pour "l'Âge".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Utilisez des balises &lt;label&gt; pour chaque champ afin d'améliorer l'accessibilité.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Ajoutez un bouton pour permettre la validation du formulaire.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fr-C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Le formulaire utilise la balise &lt;label&gt; pour l'accessibilité, associée à des champs &lt;input&gt; et un bouton de validation.</a:t>
                      </a:r>
                    </a:p>
                    <a:p>
                      <a:endParaRPr lang="fr-CA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92244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2519E7F5-2A49-DA2E-80FB-C4EF0422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71688"/>
            <a:ext cx="4667250" cy="387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748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506</Words>
  <Application>Microsoft Office PowerPoint</Application>
  <PresentationFormat>Grand écran</PresentationFormat>
  <Paragraphs>34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Exercices HTML</vt:lpstr>
      <vt:lpstr>Exercice 1 : La structure de base</vt:lpstr>
      <vt:lpstr>Exercice 2 : Organisation du texte</vt:lpstr>
      <vt:lpstr>Exercice 3 : Listes de données</vt:lpstr>
      <vt:lpstr>Exercice 4 : Médias et navigation</vt:lpstr>
      <vt:lpstr>Exercice 5 : Tableaux de données</vt:lpstr>
      <vt:lpstr>Exercice 6 : Formulaire de 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aziz</dc:creator>
  <cp:lastModifiedBy>Aziz aziz</cp:lastModifiedBy>
  <cp:revision>7</cp:revision>
  <dcterms:created xsi:type="dcterms:W3CDTF">2026-03-30T16:54:14Z</dcterms:created>
  <dcterms:modified xsi:type="dcterms:W3CDTF">2026-04-06T14:36:49Z</dcterms:modified>
</cp:coreProperties>
</file>